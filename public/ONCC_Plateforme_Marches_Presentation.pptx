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426"/>
                </a:solidFill>
              </a:rPr>
              <a:t>OFFICE NATIONAL DU CACAO ET DU CAFÉ • CAMEROUN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Les marchés mondiaux du cacao et du café,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traduits en décisions pour l'origine Cameroun.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ADF"/>
                </a:solidFill>
              </a:rPr>
              <a:t>Poste sécurisé • Données connectées • Tableaux actualisés — solution installée et opérée par KOUABA AGENCY.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C3AD"/>
                </a:solidFill>
              </a:rPr>
              <a:t>Démonstration sur données réelles : oncc.cm (21/09/2026) • ICE New York &amp; Coffee C • Changes • 22/09/2026</a:t>
            </a:r>
            <a:endParaRPr lang="en-US" sz="1000" dirty="0"/>
          </a:p>
        </p:txBody>
      </p:sp>
      <p:pic>
        <p:nvPicPr>
          <p:cNvPr id="6" name="Image 0" descr="/tmp/shots/accue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914400"/>
            <a:ext cx="393192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A426"/>
                </a:solidFill>
              </a:rPr>
              <a:t>KOUABA AGENCY  •  Douala, Cameroun  •  Septembre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0" name="Shape 7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1" name="Shape 8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6B3A"/>
                </a:solidFill>
              </a:rPr>
              <a:t>OFFRE DE VALEUR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1A"/>
                </a:solidFill>
              </a:rPr>
              <a:t>Un poste, un abonnement, des tableaux : tout le marché sur un écran.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402336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E9A4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4"/>
                </a:solidFill>
              </a:rPr>
              <a:t>1. Poste informatique sécurisé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1A"/>
                </a:solidFill>
              </a:rPr>
              <a:t>i5 / Ryzen 5, 16 Go, SSD 512 Go, écran 24", Windows 11 Pro + Excel, bascule 4G/5G, onduleur 30 min, compte nominatif chiffré, sauvegarde quotidienne.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402336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E9A4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4"/>
                </a:solidFill>
              </a:rPr>
              <a:t>2. Données de marché connectées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1A"/>
                </a:solidFill>
              </a:rPr>
              <a:t>Prix physiques ONCC en direct, ICE New York &amp; arabica en direct, changes en direct, veille presse — chaque chiffre sourcé et horodaté.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20440" cy="4023360"/>
          </a:xfrm>
          <a:prstGeom prst="roundRect">
            <a:avLst/>
          </a:prstGeom>
          <a:solidFill>
            <a:srgbClr val="FFF9EF"/>
          </a:solidFill>
          <a:ln w="19050">
            <a:solidFill>
              <a:srgbClr val="E9A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828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4"/>
                </a:solidFill>
              </a:rPr>
              <a:t>3. Tableaux actualisés pour décider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65176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1A"/>
                </a:solidFill>
              </a:rPr>
              <a:t>Vue quotidienne, échéances, conversions FCFA/kg, grilles SPOT Douala/Moungo, historiques exportables Excel / CSV / PDF.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6" name="Shape 14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426"/>
                </a:solidFill>
              </a:rPr>
              <a:t>PARCOURS UTILISATEUR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 la cotation à la décision en 4 étapes.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2377440"/>
          </a:xfrm>
          <a:prstGeom prst="roundRect">
            <a:avLst/>
          </a:prstGeom>
          <a:solidFill>
            <a:srgbClr val="0E5A35"/>
          </a:solidFill>
          <a:ln w="12700">
            <a:solidFill>
              <a:srgbClr val="E9A4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426"/>
                </a:solidFill>
              </a:rPr>
              <a:t>1. CONSULTER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Vue quotidienne : 4 références, variations, FCFA/kg.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651760" cy="2377440"/>
          </a:xfrm>
          <a:prstGeom prst="roundRect">
            <a:avLst/>
          </a:prstGeom>
          <a:solidFill>
            <a:srgbClr val="0E5A35"/>
          </a:solidFill>
          <a:ln w="12700">
            <a:solidFill>
              <a:srgbClr val="E9A4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426"/>
                </a:solidFill>
              </a:rPr>
              <a:t>2. CONVERTIR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377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Changes BEAC + convertisseur interactif.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2651760" cy="2377440"/>
          </a:xfrm>
          <a:prstGeom prst="roundRect">
            <a:avLst/>
          </a:prstGeom>
          <a:solidFill>
            <a:srgbClr val="0E5A35"/>
          </a:solidFill>
          <a:ln w="12700">
            <a:solidFill>
              <a:srgbClr val="E9A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426"/>
                </a:solidFill>
              </a:rPr>
              <a:t>3. ARBITRER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Grilles SPOT Douala / Moungo : observé vs calculé.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645920"/>
            <a:ext cx="2651760" cy="2377440"/>
          </a:xfrm>
          <a:prstGeom prst="roundRect">
            <a:avLst/>
          </a:prstGeom>
          <a:solidFill>
            <a:srgbClr val="0E5A35"/>
          </a:solidFill>
          <a:ln w="12700">
            <a:solidFill>
              <a:srgbClr val="E9A4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426"/>
                </a:solidFill>
              </a:rPr>
              <a:t>4. EXPORTER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2377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Historiques Excel / CSV / PDF pour les équipes.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EADF"/>
                </a:solidFill>
              </a:rPr>
              <a:t>Analyste ONCC (8h) → Exportateur à Douala (10h) → Coopérative (12h) → Décideur (17h) : zéro formation requise.</a:t>
            </a:r>
            <a:endParaRPr lang="en-US" sz="1300" dirty="0"/>
          </a:p>
        </p:txBody>
      </p:sp>
      <p:pic>
        <p:nvPicPr>
          <p:cNvPr id="17" name="Image 0" descr="/tmp/shots/fonctionnali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937760"/>
            <a:ext cx="4572000" cy="10058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21" name="Shape 18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22" name="Shape 19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Vue quotidienne : le marché d'un coup d'œil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Bandeau ONCC en direct, ticker, 4 cartes FCFA/kg, comparaison base 100.</a:t>
            </a:r>
            <a:endParaRPr lang="en-US" sz="1200" dirty="0"/>
          </a:p>
        </p:txBody>
      </p:sp>
      <p:pic>
        <p:nvPicPr>
          <p:cNvPr id="5" name="Image 0" descr="/tmp/shots/accue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Prix physiques ONCC du 21/09/2026 affichés EN DIRECT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Cacao NY &amp; arabica : cotations ICE en direct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Équivalents FCFA/kg sur chaque référence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0" y="3694176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Badges de statut : direct vs référence vérifiée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0" y="440740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Parcours guidé en 4 étapes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4" name="Shape 11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5" name="Shape 12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Cacao : Londres &amp; New York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Échéances, doubles graphiques cours + FCFA/kg, statistiques de période.</a:t>
            </a:r>
            <a:endParaRPr lang="en-US" sz="1200" dirty="0"/>
          </a:p>
        </p:txBody>
      </p:sp>
      <p:pic>
        <p:nvPicPr>
          <p:cNvPr id="5" name="Image 0" descr="/tmp/shots/c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5 échéances (SEP 26 → JUL 27) sélectionnables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Graphique cours + équivalent FCFA/kg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Plus haut / bas, moyenne, volatilité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0" y="3694176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10 dernières séances OHLC + volumes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3" name="Shape 10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Café : arabica &amp; robusta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Unités natives gérées sans erreur : ¢/lb et $/t ramenés en FCFA/kg.</a:t>
            </a:r>
            <a:endParaRPr lang="en-US" sz="1200" dirty="0"/>
          </a:p>
        </p:txBody>
      </p:sp>
      <p:pic>
        <p:nvPicPr>
          <p:cNvPr id="5" name="Image 0" descr="/tmp/shots/ca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Rappel permanent : 1 lb = 0,45359237 kg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Échéances et statistiques par famille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Repères vérifiables 2026 affichés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Changes &amp; conversions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Du cours d'origine au FCFA/kg : taux, date et arrondi toujours visibles.</a:t>
            </a:r>
            <a:endParaRPr lang="en-US" sz="1200" dirty="0"/>
          </a:p>
        </p:txBody>
      </p:sp>
      <p:pic>
        <p:nvPicPr>
          <p:cNvPr id="5" name="Image 0" descr="/tmp/shots/convers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Convertisseur interactif à taux modifiables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Règles §5 affichées sur chaque résultat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Historique 180 j USD/XAF et GBP/XAF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Grilles SPOT Douala / Moungo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Prix physiques observés vs prix calculés : la méthode ONCC appliquée.</a:t>
            </a:r>
            <a:endParaRPr lang="en-US" sz="1200" dirty="0"/>
          </a:p>
        </p:txBody>
      </p:sp>
      <p:pic>
        <p:nvPicPr>
          <p:cNvPr id="5" name="Image 0" descr="/tmp/shots/gril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Relevés 24/08, 28/08 (publiés) + 22/09/2026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CIF / FOB + achats exportateurs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Paramètres versionnés v2026.09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Historiques &amp; exports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262 séances vérifiables, extractions Excel, CSV et PDF sourcées.</a:t>
            </a:r>
            <a:endParaRPr lang="en-US" sz="1200" dirty="0"/>
          </a:p>
        </p:txBody>
      </p:sp>
      <p:pic>
        <p:nvPicPr>
          <p:cNvPr id="5" name="Image 0" descr="/tmp/shots/historiqu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Produit + période au choix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Excel / CSV compatible / PDF horodaté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Source, unité et taux dans chaque fichier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Veille connectée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ONCC en direct + presse cacao-café + archives d'analyses.</a:t>
            </a:r>
            <a:endParaRPr lang="en-US" sz="1200" dirty="0"/>
          </a:p>
        </p:txBody>
      </p:sp>
      <p:pic>
        <p:nvPicPr>
          <p:cNvPr id="5" name="Image 0" descr="/tmp/shots/veil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Actualités oncc.cm en direct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Flux presse en continu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Archives Reuters, USDA, BEAC, ICE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6B3A"/>
                </a:solidFill>
              </a:rPr>
              <a:t>PLATEFORME ONCC • SUIVI DES MARCHÉS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1A"/>
                </a:solidFill>
              </a:rPr>
              <a:t>Pilotage &amp;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</a:rPr>
              <a:t>Installation 10–15 jours, SLA 2h/4h/J+1, réception documentée.</a:t>
            </a:r>
            <a:endParaRPr lang="en-US" sz="1200" dirty="0"/>
          </a:p>
        </p:txBody>
      </p:sp>
      <p:pic>
        <p:nvPicPr>
          <p:cNvPr id="5" name="Image 0" descr="/tmp/shots/pilo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1554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Poste, plateforme et droits détaillés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2677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Formation 1 jour + PV de réception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9809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41A"/>
                </a:solidFill>
              </a:rPr>
              <a:t>✓  Interlocuteur local unique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9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6B3A"/>
                </a:solidFill>
              </a:rPr>
              <a:t>MÉTHODE &amp; CONFIANCE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41A"/>
                </a:solidFill>
              </a:rPr>
              <a:t>Des chiffres vérifiables, pas des promesses.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1A"/>
                          </a:solidFill>
                        </a:rPr>
                        <a:t>Donnée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Source live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Point d'ancrage vérifiable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1A"/>
                          </a:solidFill>
                        </a:rPr>
                        <a:t>Prix physiques SPOT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oncc.cm (bandeau officiel)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21/09/2026 : cacao CIF 3 070 F/kg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1A"/>
                          </a:solidFill>
                        </a:rPr>
                        <a:t>Cacao NY / Arabica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ICE via Yahoo Finance (différé)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CC=F 5 419 $ • KC=F 272,2 ¢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1A"/>
                          </a:solidFill>
                        </a:rPr>
                        <a:t>USD/XAF • GBP/XAF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Marché des changes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BEAC 03/09 : 563,61/568,45 • 758,80/766,51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1A"/>
                          </a:solidFill>
                        </a:rPr>
                        <a:t>ICE 04/09/2026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Référence de contrôle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1A"/>
                          </a:solidFill>
                        </a:rPr>
                        <a:t>Londres 4 393 £ • NY 6 049 $ • Robusta 3 891 $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0"/>
                </a:solidFill>
              </a:rPr>
              <a:t>Règles §5 : £/$ par tonne × taux ÷ 1 000 • arabica ¢/lb ÷ 100 ÷ 0,45359237 × taux • arrondi à l'unité • donnée absente = « — », jamais zéro.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391"/>
                </a:solidFill>
              </a:rPr>
              <a:t>Office National du Cacao et du Café — B.P. 3018 Douala • KOUABA AGENCY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9" name="Shape 6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0" name="Shape 7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426"/>
                </a:solidFill>
              </a:rPr>
              <a:t>PROCHAINES ÉTAPES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Prêts pour la mise en service en 10 à 15 jours ouvrés.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1. Démonstration sur ce poste : vos échéances, vos grilles, vos exports.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2. Validation : utilisateurs, licences ICE/LSEG, historiques, prix SPOT, SLA.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3. Installation, formation d'une journée, procès-verbal de réception.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A426"/>
                </a:solidFill>
              </a:rPr>
              <a:t>ONCC — B.P. 3018 Douala • +237 233 42 00 02 • infos@oncc.cm • www.oncc.cm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ADF"/>
                </a:solidFill>
              </a:rPr>
              <a:t>Solution proposée et opérée par KOUABA AGENCY — tranche ferme 12 mois, +6 mois conditionnels.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C3AD"/>
                </a:solidFill>
              </a:rPr>
              <a:t>Essayez la plateforme en direct : QR / lien vers la démonstration en ligne.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345936"/>
            <a:ext cx="4059936" cy="54864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4059936" y="6345936"/>
            <a:ext cx="406908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9016" y="6345936"/>
            <a:ext cx="4059936" cy="54864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ONCC — Suivi des marchés du cacao et du café</dc:title>
  <dc:subject>Présentation grand public de l'offre de valeur</dc:subject>
  <dc:creator>KOUABA AGENCY pour l'ONCC</dc:creator>
  <cp:lastModifiedBy>KOUABA AGENCY pour l'ONCC</cp:lastModifiedBy>
  <cp:revision>1</cp:revision>
  <dcterms:created xsi:type="dcterms:W3CDTF">2026-09-23T09:01:26Z</dcterms:created>
  <dcterms:modified xsi:type="dcterms:W3CDTF">2026-09-23T09:01:26Z</dcterms:modified>
</cp:coreProperties>
</file>